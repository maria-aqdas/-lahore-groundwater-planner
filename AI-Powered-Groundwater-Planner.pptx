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embeddedFontLst>
    <p:embeddedFont>
      <p:font typeface="Geist Bold"/>
      <p:regular r:id="rId201314"/>
    </p:embeddedFont>
    <p:embeddedFont>
      <p:font typeface="Geist Black"/>
      <p:regular r:id="rId201315"/>
    </p:embeddedFont>
    <p:embeddedFont>
      <p:font typeface="Geist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2.png"/><Relationship Id="rId5" Type="http://schemas.openxmlformats.org/officeDocument/2006/relationships/image" Target="../media/image-4-3.svg"/><Relationship Id="rId6" Type="http://schemas.openxmlformats.org/officeDocument/2006/relationships/image" Target="../media/image-4-2.png"/><Relationship Id="rId7" Type="http://schemas.openxmlformats.org/officeDocument/2006/relationships/image" Target="../media/image-4-3.svg"/><Relationship Id="rId8" Type="http://schemas.openxmlformats.org/officeDocument/2006/relationships/image" Target="../media/image-4-2.png"/><Relationship Id="rId9" Type="http://schemas.openxmlformats.org/officeDocument/2006/relationships/image" Target="../media/image-4-3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54" y="1091406"/>
            <a:ext cx="3506303" cy="467518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233360" y="2550120"/>
            <a:ext cx="6296860" cy="1228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700" b="1" spc="-74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AI-Powered Groundwater Planner</a:t>
            </a:r>
            <a:endParaRPr lang="en-US" sz="3700" dirty="0"/>
          </a:p>
        </p:txBody>
      </p:sp>
      <p:sp>
        <p:nvSpPr>
          <p:cNvPr id="5" name="Text 1"/>
          <p:cNvSpPr/>
          <p:nvPr/>
        </p:nvSpPr>
        <p:spPr>
          <a:xfrm>
            <a:off x="5233360" y="4062115"/>
            <a:ext cx="6906444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Saving Lahore's Water — one drop at a time.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54" y="1091406"/>
            <a:ext cx="3506303" cy="467518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233360" y="1680468"/>
            <a:ext cx="6296860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700" b="1" spc="-74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The Problem</a:t>
            </a:r>
            <a:endParaRPr lang="en-US" sz="3700" dirty="0"/>
          </a:p>
        </p:txBody>
      </p:sp>
      <p:sp>
        <p:nvSpPr>
          <p:cNvPr id="5" name="Shape 1"/>
          <p:cNvSpPr/>
          <p:nvPr/>
        </p:nvSpPr>
        <p:spPr>
          <a:xfrm>
            <a:off x="5233360" y="2578199"/>
            <a:ext cx="3053877" cy="1327944"/>
          </a:xfrm>
          <a:prstGeom prst="roundRect">
            <a:avLst>
              <a:gd name="adj" fmla="val 5978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5441417" y="2786261"/>
            <a:ext cx="2637764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🕰️</a:t>
            </a:r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20 Years Ago</a:t>
            </a:r>
            <a:endParaRPr lang="en-US" sz="1850" dirty="0"/>
          </a:p>
        </p:txBody>
      </p:sp>
      <p:sp>
        <p:nvSpPr>
          <p:cNvPr id="7" name="Text 3"/>
          <p:cNvSpPr/>
          <p:nvPr/>
        </p:nvSpPr>
        <p:spPr>
          <a:xfrm>
            <a:off x="5441417" y="3206750"/>
            <a:ext cx="2637764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Water was only </a:t>
            </a:r>
            <a:pPr algn="l"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31 feet</a:t>
            </a:r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deep underground.</a:t>
            </a:r>
            <a:endParaRPr lang="en-US" sz="1450" dirty="0"/>
          </a:p>
        </p:txBody>
      </p:sp>
      <p:sp>
        <p:nvSpPr>
          <p:cNvPr id="8" name="Shape 4"/>
          <p:cNvSpPr/>
          <p:nvPr/>
        </p:nvSpPr>
        <p:spPr>
          <a:xfrm>
            <a:off x="8476244" y="2578199"/>
            <a:ext cx="3053976" cy="1327944"/>
          </a:xfrm>
          <a:prstGeom prst="roundRect">
            <a:avLst>
              <a:gd name="adj" fmla="val 5978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8684301" y="2786261"/>
            <a:ext cx="2637863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📉</a:t>
            </a:r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Today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8684301" y="3206750"/>
            <a:ext cx="2637863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Water is now </a:t>
            </a:r>
            <a:pPr algn="l"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79 feet</a:t>
            </a:r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deep — and going down fast.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5233360" y="4095155"/>
            <a:ext cx="6296860" cy="1082278"/>
          </a:xfrm>
          <a:prstGeom prst="roundRect">
            <a:avLst>
              <a:gd name="adj" fmla="val 7335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441417" y="4303216"/>
            <a:ext cx="5880747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⚠️</a:t>
            </a:r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By 2040</a:t>
            </a:r>
            <a:endParaRPr lang="en-US" sz="1850" dirty="0"/>
          </a:p>
        </p:txBody>
      </p:sp>
      <p:sp>
        <p:nvSpPr>
          <p:cNvPr id="13" name="Text 9"/>
          <p:cNvSpPr/>
          <p:nvPr/>
        </p:nvSpPr>
        <p:spPr>
          <a:xfrm>
            <a:off x="5441417" y="4723705"/>
            <a:ext cx="5880747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If nothing changes, </a:t>
            </a:r>
            <a:pPr algn="l"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no water left</a:t>
            </a:r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for Lahore.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68921"/>
            <a:ext cx="10868745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700" b="1" spc="-74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Where I Got This Data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361208"/>
            <a:ext cx="472468" cy="472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3069927"/>
            <a:ext cx="5316206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Government Records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3490416"/>
            <a:ext cx="5316206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Official water records from Punjab.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13915" y="2361208"/>
            <a:ext cx="472468" cy="472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13915" y="3069927"/>
            <a:ext cx="5316305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Satellite Pictures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6213915" y="3490416"/>
            <a:ext cx="5316305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Photos of the city taken from space.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4114105"/>
            <a:ext cx="472468" cy="4724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61475" y="4822825"/>
            <a:ext cx="5316206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1,500 Water Pumps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661475" y="5243314"/>
            <a:ext cx="5316206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Real measurements from wells all over the city.</a:t>
            </a:r>
            <a:endParaRPr lang="en-US" sz="14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13915" y="4114105"/>
            <a:ext cx="472468" cy="4724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213915" y="4822825"/>
            <a:ext cx="5316305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Rain &amp; Soil Studies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6213915" y="5243314"/>
            <a:ext cx="5316305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Data on where rain goes into the ground.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676797"/>
            <a:ext cx="3504219" cy="350430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33201" y="953195"/>
            <a:ext cx="6903269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700" b="1" spc="-74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My Solution</a:t>
            </a:r>
            <a:endParaRPr lang="en-US" sz="37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04042" y="1791791"/>
            <a:ext cx="283461" cy="28346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247449" y="1780084"/>
            <a:ext cx="6289022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AI watches the water</a:t>
            </a:r>
            <a:endParaRPr lang="en-US" sz="1850" dirty="0"/>
          </a:p>
        </p:txBody>
      </p:sp>
      <p:sp>
        <p:nvSpPr>
          <p:cNvPr id="6" name="Text 2"/>
          <p:cNvSpPr/>
          <p:nvPr/>
        </p:nvSpPr>
        <p:spPr>
          <a:xfrm>
            <a:off x="5247449" y="2276177"/>
            <a:ext cx="6289022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It checks water levels every day — automatically.</a:t>
            </a:r>
            <a:endParaRPr lang="en-US" sz="14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04042" y="2911574"/>
            <a:ext cx="283461" cy="28346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247449" y="2899866"/>
            <a:ext cx="6289022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Finds danger zones</a:t>
            </a:r>
            <a:endParaRPr lang="en-US" sz="1850" dirty="0"/>
          </a:p>
        </p:txBody>
      </p:sp>
      <p:sp>
        <p:nvSpPr>
          <p:cNvPr id="9" name="Text 4"/>
          <p:cNvSpPr/>
          <p:nvPr/>
        </p:nvSpPr>
        <p:spPr>
          <a:xfrm>
            <a:off x="5247449" y="3395960"/>
            <a:ext cx="6289022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Shows exactly where water is running out.</a:t>
            </a:r>
            <a:endParaRPr lang="en-US" sz="14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04042" y="4031357"/>
            <a:ext cx="283461" cy="28346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247449" y="4019649"/>
            <a:ext cx="6289022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Finds safe zones</a:t>
            </a:r>
            <a:endParaRPr lang="en-US" sz="1850" dirty="0"/>
          </a:p>
        </p:txBody>
      </p:sp>
      <p:sp>
        <p:nvSpPr>
          <p:cNvPr id="12" name="Text 6"/>
          <p:cNvSpPr/>
          <p:nvPr/>
        </p:nvSpPr>
        <p:spPr>
          <a:xfrm>
            <a:off x="5247449" y="4515743"/>
            <a:ext cx="6289022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Spots the best places to catch rain water.</a:t>
            </a:r>
            <a:endParaRPr lang="en-US" sz="14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704042" y="5151140"/>
            <a:ext cx="283461" cy="28346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247449" y="5139432"/>
            <a:ext cx="6289022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Makes a city plan</a:t>
            </a:r>
            <a:endParaRPr lang="en-US" sz="1850" dirty="0"/>
          </a:p>
        </p:txBody>
      </p:sp>
      <p:sp>
        <p:nvSpPr>
          <p:cNvPr id="15" name="Text 8"/>
          <p:cNvSpPr/>
          <p:nvPr/>
        </p:nvSpPr>
        <p:spPr>
          <a:xfrm>
            <a:off x="5247449" y="5635526"/>
            <a:ext cx="6289022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Helps leaders decide what to do next.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69541"/>
            <a:ext cx="10868745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700" b="1" spc="-74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How It Works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69830" y="1761827"/>
            <a:ext cx="8452035" cy="386834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341606" y="4546488"/>
            <a:ext cx="1586817" cy="6358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900" b="1" spc="-39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4. City Planning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6341783" y="4546488"/>
            <a:ext cx="1586817" cy="6358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900" b="1" spc="-39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3. Generate Maps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4352827" y="4705445"/>
            <a:ext cx="1586817" cy="317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900" b="1" spc="-39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2. Train AI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2320397" y="4546488"/>
            <a:ext cx="1586817" cy="6358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900" b="1" spc="-39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1. Collect Data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661475" y="5842794"/>
            <a:ext cx="11478330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Simple steps — powerful results for the whole city.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54" y="1091406"/>
            <a:ext cx="3506303" cy="467518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233360" y="924917"/>
            <a:ext cx="6296860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700" b="1" spc="-74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Why This Matters</a:t>
            </a:r>
            <a:endParaRPr lang="en-US" sz="3700" dirty="0"/>
          </a:p>
        </p:txBody>
      </p:sp>
      <p:sp>
        <p:nvSpPr>
          <p:cNvPr id="5" name="Text 1"/>
          <p:cNvSpPr/>
          <p:nvPr/>
        </p:nvSpPr>
        <p:spPr>
          <a:xfrm>
            <a:off x="5233360" y="1917105"/>
            <a:ext cx="3030263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b="1" spc="-98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10</a:t>
            </a:r>
            <a:endParaRPr lang="en-US" sz="4900" dirty="0"/>
          </a:p>
        </p:txBody>
      </p:sp>
      <p:sp>
        <p:nvSpPr>
          <p:cNvPr id="6" name="Text 2"/>
          <p:cNvSpPr/>
          <p:nvPr/>
        </p:nvSpPr>
        <p:spPr>
          <a:xfrm>
            <a:off x="5233360" y="2777034"/>
            <a:ext cx="3030263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Extra Years</a:t>
            </a:r>
            <a:endParaRPr lang="en-US" sz="1850" dirty="0"/>
          </a:p>
        </p:txBody>
      </p:sp>
      <p:sp>
        <p:nvSpPr>
          <p:cNvPr id="7" name="Text 3"/>
          <p:cNvSpPr/>
          <p:nvPr/>
        </p:nvSpPr>
        <p:spPr>
          <a:xfrm>
            <a:off x="5233360" y="3197523"/>
            <a:ext cx="3030263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More years of clean water for Lahore.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8499858" y="1917105"/>
            <a:ext cx="3030362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b="1" spc="-98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36B</a:t>
            </a:r>
            <a:endParaRPr lang="en-US" sz="4900" dirty="0"/>
          </a:p>
        </p:txBody>
      </p:sp>
      <p:sp>
        <p:nvSpPr>
          <p:cNvPr id="9" name="Text 5"/>
          <p:cNvSpPr/>
          <p:nvPr/>
        </p:nvSpPr>
        <p:spPr>
          <a:xfrm>
            <a:off x="8499858" y="2777034"/>
            <a:ext cx="3030362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Litres Saved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8499858" y="3197523"/>
            <a:ext cx="3030362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Rain water we can catch and store.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6866559" y="4161334"/>
            <a:ext cx="3030362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b="1" spc="-98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100+</a:t>
            </a:r>
            <a:endParaRPr lang="en-US" sz="4900" dirty="0"/>
          </a:p>
        </p:txBody>
      </p:sp>
      <p:sp>
        <p:nvSpPr>
          <p:cNvPr id="12" name="Text 8"/>
          <p:cNvSpPr/>
          <p:nvPr/>
        </p:nvSpPr>
        <p:spPr>
          <a:xfrm>
            <a:off x="6866559" y="5021263"/>
            <a:ext cx="3030362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Other Cities</a:t>
            </a:r>
            <a:endParaRPr lang="en-US" sz="1850" dirty="0"/>
          </a:p>
        </p:txBody>
      </p:sp>
      <p:sp>
        <p:nvSpPr>
          <p:cNvPr id="13" name="Text 9"/>
          <p:cNvSpPr/>
          <p:nvPr/>
        </p:nvSpPr>
        <p:spPr>
          <a:xfrm>
            <a:off x="6866559" y="5441752"/>
            <a:ext cx="3030362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This tool can help cities around the world.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2026-08-27T06:39:03Z</dcterms:created>
  <dcterms:modified xsi:type="dcterms:W3CDTF">2026-08-27T06:39:03Z</dcterms:modified>
</cp:coreProperties>
</file>